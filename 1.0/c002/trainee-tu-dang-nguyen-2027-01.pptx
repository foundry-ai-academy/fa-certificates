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6400800" cx="9144000"/>
  <p:notesSz cx="6858000" cy="9144000"/>
  <p:embeddedFontLst>
    <p:embeddedFont>
      <p:font typeface="Inter"/>
      <p:regular r:id="rId7"/>
      <p:bold r:id="rId8"/>
      <p:italic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016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016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font" Target="fonts/Inter-boldItalic.fntdata"/><Relationship Id="rId9" Type="http://schemas.openxmlformats.org/officeDocument/2006/relationships/font" Target="fonts/Inter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Inter-regular.fntdata"/><Relationship Id="rId8" Type="http://schemas.openxmlformats.org/officeDocument/2006/relationships/font" Target="fonts/Inter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980004" y="685800"/>
            <a:ext cx="489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3d2086c15_0_14:notes"/>
          <p:cNvSpPr/>
          <p:nvPr>
            <p:ph idx="2" type="sldImg"/>
          </p:nvPr>
        </p:nvSpPr>
        <p:spPr>
          <a:xfrm>
            <a:off x="980004" y="685800"/>
            <a:ext cx="489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73d2086c15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926582"/>
            <a:ext cx="8520600" cy="255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3526911"/>
            <a:ext cx="8520600" cy="9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5803114"/>
            <a:ext cx="548700" cy="48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676613"/>
            <a:ext cx="8520600" cy="10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5803114"/>
            <a:ext cx="548700" cy="48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553809"/>
            <a:ext cx="8520600" cy="71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434191"/>
            <a:ext cx="8520600" cy="425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5803114"/>
            <a:ext cx="548700" cy="48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553809"/>
            <a:ext cx="8520600" cy="71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434191"/>
            <a:ext cx="3999900" cy="425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434191"/>
            <a:ext cx="3999900" cy="425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5803114"/>
            <a:ext cx="548700" cy="48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553809"/>
            <a:ext cx="8520600" cy="71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5803114"/>
            <a:ext cx="548700" cy="48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691413"/>
            <a:ext cx="2808000" cy="94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729280"/>
            <a:ext cx="2808000" cy="395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5803114"/>
            <a:ext cx="548700" cy="48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560187"/>
            <a:ext cx="6367800" cy="509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5803114"/>
            <a:ext cx="548700" cy="48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56"/>
            <a:ext cx="4572000" cy="6400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534618"/>
            <a:ext cx="4045200" cy="18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3488271"/>
            <a:ext cx="4045200" cy="153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901071"/>
            <a:ext cx="3837000" cy="459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5803114"/>
            <a:ext cx="548700" cy="48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5264716"/>
            <a:ext cx="5998800" cy="75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5803114"/>
            <a:ext cx="548700" cy="48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376511"/>
            <a:ext cx="8520600" cy="244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922769"/>
            <a:ext cx="8520600" cy="161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5803114"/>
            <a:ext cx="548700" cy="48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5803114"/>
            <a:ext cx="548700" cy="48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553809"/>
            <a:ext cx="8520600" cy="7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434191"/>
            <a:ext cx="8520600" cy="42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5803114"/>
            <a:ext cx="5487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Certification 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88" y="0"/>
            <a:ext cx="9059323" cy="64008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2194550" y="2222700"/>
            <a:ext cx="47268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has successfully completed the 5-month </a:t>
            </a:r>
            <a:endParaRPr i="1" sz="18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1174625" y="2872425"/>
            <a:ext cx="7076100" cy="7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>
                <a:solidFill>
                  <a:srgbClr val="B45F06"/>
                </a:solidFill>
              </a:rPr>
              <a:t>Data and AI Engineering Course</a:t>
            </a:r>
            <a:endParaRPr b="1" sz="3400">
              <a:solidFill>
                <a:srgbClr val="B45F06"/>
              </a:solidFill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1840500" y="5160500"/>
            <a:ext cx="19155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0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CEO - Foundry AI Academy</a:t>
            </a:r>
            <a:endParaRPr b="1" i="1" sz="10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5836250" y="5132300"/>
            <a:ext cx="1452600" cy="5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2"/>
                </a:solidFill>
              </a:rPr>
              <a:t>January</a:t>
            </a:r>
            <a:r>
              <a:rPr b="1" lang="en" sz="1000">
                <a:solidFill>
                  <a:schemeClr val="dk2"/>
                </a:solidFill>
              </a:rPr>
              <a:t> 24, 2026</a:t>
            </a:r>
            <a:endParaRPr b="1"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2"/>
                </a:solidFill>
              </a:rPr>
              <a:t>ID: FA-C002</a:t>
            </a:r>
            <a:endParaRPr b="1"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</p:txBody>
      </p:sp>
      <p:pic>
        <p:nvPicPr>
          <p:cNvPr id="59" name="Google Shape;59;p13" title="Untitled design.png"/>
          <p:cNvPicPr preferRelativeResize="0"/>
          <p:nvPr/>
        </p:nvPicPr>
        <p:blipFill rotWithShape="1">
          <a:blip r:embed="rId4">
            <a:alphaModFix/>
          </a:blip>
          <a:srcRect b="0" l="0" r="34853" t="0"/>
          <a:stretch/>
        </p:blipFill>
        <p:spPr>
          <a:xfrm>
            <a:off x="-1290879" y="2947100"/>
            <a:ext cx="5419675" cy="46794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3"/>
          <p:cNvSpPr txBox="1"/>
          <p:nvPr/>
        </p:nvSpPr>
        <p:spPr>
          <a:xfrm>
            <a:off x="1363474" y="1387650"/>
            <a:ext cx="6451200" cy="5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200">
                <a:solidFill>
                  <a:schemeClr val="dk2"/>
                </a:solidFill>
              </a:rPr>
              <a:t>Nguyen Dang Tu</a:t>
            </a:r>
            <a:endParaRPr sz="4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